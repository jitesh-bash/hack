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C_Programs\html_program\hack\ppt\slides_cache\slide_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2026-09-20T00:22:17Z</dcterms:created>
  <dcterms:modified xsi:type="dcterms:W3CDTF">2026-09-20T00:22:17Z</dcterms:modified>
</cp:coreProperties>
</file>